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with Examples &amp; Use Cases</a:t>
            </a:r>
          </a:p>
          <a:p>
            <a:r>
              <a:t>Shaik Noureen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Only SQL</a:t>
            </a:r>
          </a:p>
          <a:p>
            <a:r>
              <a:t>• Handles large-scale data</a:t>
            </a:r>
          </a:p>
          <a:p>
            <a:r>
              <a:t>• High scalability &amp; availability</a:t>
            </a:r>
          </a:p>
          <a:p>
            <a:r>
              <a:t>• Flexible schema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Key-Value</a:t>
            </a:r>
          </a:p>
          <a:p>
            <a:r>
              <a:t>• Document</a:t>
            </a:r>
          </a:p>
          <a:p>
            <a:r>
              <a:t>• Column-Family</a:t>
            </a:r>
          </a:p>
          <a:p>
            <a:r>
              <a:t>•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Key-Value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→ Value pairs</a:t>
            </a:r>
          </a:p>
          <a:p>
            <a:r>
              <a:t>• Very fast access</a:t>
            </a:r>
          </a:p>
          <a:p>
            <a:r>
              <a:t>• Used for caching &amp; sessions</a:t>
            </a:r>
          </a:p>
          <a:p>
            <a:r>
              <a:t>• Examples: Redis, DynamoDB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JSON/BSON documents</a:t>
            </a:r>
          </a:p>
          <a:p>
            <a:r>
              <a:t>• Flexible schema</a:t>
            </a:r>
          </a:p>
          <a:p>
            <a:r>
              <a:t>• Nested data support</a:t>
            </a:r>
          </a:p>
          <a:p>
            <a:r>
              <a:t>• Examples: MongoDB, CouchDB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Column-Family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Rows &amp; column families</a:t>
            </a:r>
          </a:p>
          <a:p>
            <a:r>
              <a:t>• High write performance</a:t>
            </a:r>
          </a:p>
          <a:p>
            <a:r>
              <a:t>• Big data handling</a:t>
            </a:r>
          </a:p>
          <a:p>
            <a:r>
              <a:t>• Examples: Cassandra, HBase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Nodes &amp; edges</a:t>
            </a:r>
          </a:p>
          <a:p>
            <a:r>
              <a:t>• Relationship-based queries</a:t>
            </a:r>
          </a:p>
          <a:p>
            <a:r>
              <a:t>• Fast traversal</a:t>
            </a:r>
          </a:p>
          <a:p>
            <a:r>
              <a:t>• Examples: Neo4j, Neptune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 → Caching</a:t>
            </a:r>
          </a:p>
          <a:p>
            <a:r>
              <a:t>Document → Flexible data</a:t>
            </a:r>
          </a:p>
          <a:p>
            <a:r>
              <a:t>Column → Big data</a:t>
            </a:r>
          </a:p>
          <a:p>
            <a:r>
              <a:t>Graph →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NoSQL suits big data needs</a:t>
            </a:r>
          </a:p>
          <a:p>
            <a:r>
              <a:t>• Choose based on data &amp; access pattern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